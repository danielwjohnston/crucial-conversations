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Leadership Bookclub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4 – Start with Heart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Work on me first, us second → Control yourself first.</a:t>
            </a:r>
          </a:p>
          <a:p>
            <a:pPr>
              <a:defRPr sz="1800"/>
            </a:pPr>
            <a:r>
              <a:t>Motive shift → From solving problems to saving face or punishing.</a:t>
            </a:r>
          </a:p>
          <a:p>
            <a:pPr>
              <a:defRPr sz="1800"/>
            </a:pPr>
            <a:r>
              <a:t>Keep asking: What do I really want?</a:t>
            </a:r>
          </a:p>
          <a:p>
            <a:pPr>
              <a:defRPr sz="1800"/>
            </a:pPr>
            <a:r>
              <a:t>Behavior reveals motives → Notice your actions.</a:t>
            </a:r>
          </a:p>
          <a:p>
            <a:pPr>
              <a:defRPr sz="1800"/>
            </a:pPr>
            <a:r>
              <a:t>Refocus with 4 Qs: For myself? For others? For relationship? What now?</a:t>
            </a:r>
          </a:p>
          <a:p>
            <a:pPr>
              <a:defRPr sz="1800"/>
            </a:pPr>
            <a:r>
              <a:t>Refuse the fool’s choice → Look for the 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Illustrative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Bathroom sisters → Wanted to be first, not just relief.</a:t>
            </a:r>
          </a:p>
          <a:p>
            <a:pPr>
              <a:defRPr sz="1800"/>
            </a:pPr>
            <a:r>
              <a:t>Greta (CEO) → From anger to dialogue by asking 'What do I really want?'.</a:t>
            </a:r>
          </a:p>
          <a:p>
            <a:pPr>
              <a:defRPr sz="1800"/>
            </a:pPr>
            <a:r>
              <a:t>Social media debate → Truth vs. friendship trap.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Notice when adrenaline hijacks your motive.</a:t>
            </a:r>
          </a:p>
          <a:p>
            <a:pPr>
              <a:defRPr sz="1800"/>
            </a:pPr>
            <a:r>
              <a:t>Use long-term framing ('What kind of person do I want to be?').</a:t>
            </a:r>
          </a:p>
          <a:p>
            <a:pPr>
              <a:defRPr sz="1800"/>
            </a:pPr>
            <a:r>
              <a:t>Clarify both what you want AND don’t want.</a:t>
            </a:r>
          </a:p>
          <a:p>
            <a:pPr>
              <a:defRPr sz="1800"/>
            </a:pPr>
            <a:r>
              <a:t>Replace 'fight or flight' with creative AND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